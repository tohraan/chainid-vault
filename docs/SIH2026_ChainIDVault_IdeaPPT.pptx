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82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 indent="0" marL="0">
              <a:spcAft>
                <a:spcPts val="200"/>
              </a:spcAft>
              <a:buNone/>
            </a:pPr>
            <a:r>
              <a:rPr sz="3000" b="1">
                <a:solidFill>
                  <a:srgbClr val="1F3064"/>
                </a:solidFill>
                <a:latin typeface="Times New Roman"/>
              </a:rPr>
              <a:t>ChainID Vault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Tamper-proof custody of identity, access and assets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Problem Statement ID –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SIH26125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Problem Statement Title –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Blockchain-Based Secure Platform for Identity, Access Control, and Digital Asset Management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Theme –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Blockchain &amp; Cybersecurity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PS Category –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Team ID –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[ENTER TEAM ID]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Team Name (Registered on portal) –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[ENTER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30000" y="1150000"/>
            <a:ext cx="9250000" cy="51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spcAft>
                <a:spcPts val="200"/>
              </a:spcAft>
              <a:buFont typeface="Wingdings" panose="05000000000000000000" pitchFamily="2" charset="2"/>
              <a:buNone/>
            </a:pPr>
            <a:r>
              <a:rPr sz="1600" b="1">
                <a:solidFill>
                  <a:srgbClr val="1F3064"/>
                </a:solidFill>
                <a:latin typeface="Times New Roman"/>
              </a:rPr>
              <a:t>ChainID Vault — enforcement of identity, access and asset custody inside smart contracts, not inside an editable database.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Proposed Solution (Describe your Idea/Solution/Prototype)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Permissioned blockchain platform where every identity, role grant and asset-custody record is on-chain.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Identity = cryptographic keypair + lifecycle status (Active / Suspended / Revoked) + hash of an off-chain personnel record.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Asset = ERC-721 token representing one controlled item, bound to a verified identity.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Sensitive documents stay off-chain; only their keccak256 fingerprint is anchored, so nothing private is published.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How it addresses the problem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No central database to compromise — there is no editable row for a role, an owner or a log entry.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A revoked identity cannot receive an asset by any route; the rule is enforced at one chokepoint every transfer passes through.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The audit trail is the chain's own append-only event log, so it cannot be edited or selectively deleted.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Any third party can verify an asset without an account and without trusting our operator.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Innovation and uniqueness of the solution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Single-chokepoint enforcement closes the standard ERC-721 transfer bypass that similar implementations leave open.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EIP-712 proof of control: single-use, time-bound and domain-separated, so a captured signature cannot be replayed.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Hybrid design keeps personal data off-chain while retaining tamper-evidence through hash anchoring.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Even the administrator who created an identity cannot override the rules — demonstrated live, not claimed.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1100" b="1">
                <a:solidFill>
                  <a:srgbClr val="1F3064"/>
                </a:solidFill>
                <a:latin typeface="Times New Roman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0000" y="1150000"/>
            <a:ext cx="9400000" cy="51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spcAft>
                <a:spcPts val="200"/>
              </a:spcAft>
              <a:buFont typeface="Arial" panose="020B0604020202020204" pitchFamily="34" charset="0"/>
              <a:buNone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Technologies to be used (e.g. programming languages, frameworks, hardware)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Smart contracts: Solidity 0.8.24, OpenZeppelin 5.6 (AccessControl, ERC-721 Enumerable), Hardhat, Mocha/Chai.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Frontend: React 18, Vite, Tailwind CSS, ethers.js v6 — the browser calls contracts directly.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Cryptography: EIP-712 typed-data signatures for proof of control; keccak256 for document anchoring.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No backend server and no database, by design — a database is the component whose editability the project removes.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Deployment target: permissioned EVM chain (Hyperledger Besu / Quorum). Local node used for demonstration.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Methodology and process for implementation (Flow Charts / Images / working prototype)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Two contracts: IdentityRegistry governs the identity lifecycle and proof of control; AssetNFT governs custody and calls the registry before every issue or transfer.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The system invariant — an asset may only be held by an active identity — is enforced inside _update, the one internal function every mint, transfer and burn passes through.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Working prototype implements the full contractor custody pipeline, run live end to end: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F3064"/>
                </a:solidFill>
                <a:latin typeface="Times New Roman"/>
              </a:rPr>
              <a:t>Onboard  →  Issue equipment  →  Prove identity at the gate  →  Verify item and paperwork  →  Offboard  →  Attempt refused on-chain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•  Verification: 45 automated contract tests, including negative tests for replay, impersonation, expiry and tampering.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1100" b="1">
                <a:solidFill>
                  <a:srgbClr val="1F3064"/>
                </a:solidFill>
                <a:latin typeface="Times New Roman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0000" y="1150000"/>
            <a:ext cx="9400000" cy="51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A working prototype already exists: both contracts, the full workflow interface, and 45 passing tests.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Built entirely on audited, widely used libraries — no novel cryptography and no unproven components.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Runs on a permissioned chain, so there is no public-network gas cost and no external dependency.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Adoption is incremental: it can run alongside an existing asset register before replacing it.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Potential challenges and risks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Administrator key compromise — a single key currently holds full administrative authority.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On-chain read cost grows with registry size; an unbounded read becomes uncallable at scale.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The chain proves the integrity of the record, not the identity of the physical object.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Key loss would otherwise strand an identity and every asset it holds.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Strategies for overcoming these challenges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Multi-signature control with a timelock for the administrative role, removing the single point of failure.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Paginated on-chain reads (implemented) plus an off-chain indexer for large registries.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Tamper-evident physical tagging bound to the asset identifier, closing the object-to-record gap.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On-chain key rotation that preserves identity continuity (implemented), so key loss is recoverable.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1100" b="1">
                <a:solidFill>
                  <a:srgbClr val="1F3064"/>
                </a:solidFill>
                <a:latin typeface="Times New Roman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0000" y="1150000"/>
            <a:ext cx="9400000" cy="51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Potential impact on the target audience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Security administrators: revocation takes effect immediately and cannot be bypassed, including by themselves.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Stores and custody officers: one verifiable custody record instead of a register plus paper forms that can disagree.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Internal auditors: complete history reconstructable from the chain, without trusting the system operator.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External verifiers and receiving officers: can confirm authenticity and current custody with no account and no login.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Benefits of the solution (social, economic, environmental, etc.)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Security: authorisation lives in contract code, so a compromised database or insider cannot grant privilege or rewrite history.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Operational: instant, enforced offboarding removes orphaned custody records — the gap that follows every departure today.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Economic: less manual audit effort, fewer disputes over custody, and reduced loss of controlled equipment.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Compliance and privacy: a tamper-evident chain of custody, while personal data stays off-chain and erasable.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•  Strategic: a defensible custody trail for sensitive and defence-related equipment across sites and contractors.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1100" b="1">
                <a:solidFill>
                  <a:srgbClr val="1F3064"/>
                </a:solidFill>
                <a:latin typeface="Times New Roman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0000" y="1150000"/>
            <a:ext cx="9400000" cy="51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ERC-721 Non-Fungible Token Standard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https://eips.ethereum.org/EIPS/eip-721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EIP-712 Typed Structured Data Hashing and Signing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https://eips.ethereum.org/EIPS/eip-712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OpenZeppelin Contracts v5 — AccessControl and ERC-721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https://docs.openzeppelin.com/contracts/5.x/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Solidity Language Documentation and Security Considerations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https://docs.soliditylang.org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NIST SP 800-63-3, Digital Identity Guidelines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https://pages.nist.gov/800-63-3/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OWASP Smart Contract Top 10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https://owasp.org/www-project-smart-contract-top-10/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Hyperledger Besu — permissioned EVM networks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https://besu.hyperledger.org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W3C Decentralized Identifiers (DID) v1.0 — reviewed for the identity model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https://www.w3.org/TR/did-core/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Prototype repository</a:t>
            </a:r>
          </a:p>
          <a:p>
            <a:r>
              <a:rPr sz="1300">
                <a:solidFill>
                  <a:srgbClr val="000000"/>
                </a:solidFill>
                <a:latin typeface="Times New Roman"/>
              </a:rPr>
              <a:t>•  Source code, 45 contract tests, security audit and threat model — </a:t>
            </a:r>
            <a:r>
              <a:rPr sz="1300">
                <a:solidFill>
                  <a:srgbClr val="1F3064"/>
                </a:solidFill>
                <a:latin typeface="Times New Roman"/>
              </a:rPr>
              <a:t>https://github.com/tohraan/chainid-vault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1100" b="1">
                <a:solidFill>
                  <a:srgbClr val="1F3064"/>
                </a:solidFill>
                <a:latin typeface="Times New Roman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SAROJ SUNDAR BARAL</cp:lastModifiedBy>
  <cp:revision>148</cp:revision>
  <dcterms:created xsi:type="dcterms:W3CDTF">2013-12-12T18:46:50Z</dcterms:created>
  <dcterms:modified xsi:type="dcterms:W3CDTF">2026-08-25T12:14:39Z</dcterms:modified>
  <cp:category/>
</cp:coreProperties>
</file>